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The model-adapter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loading_from_pretrained.py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 family registers: canonical/HF names, a config translator, a weight-conversion fn, per-family flags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Flags: GQA, tied embeddings, RoPE variant, norm placement, embedding scaling, local/global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traps (real ones from this 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head_dim assumed = d_model // n_heads (LLaMA-4)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QK-norm tensors dropped (Qwen-3)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norm eps placed outside the rsqrt (Gemma-3 -&gt; the v2.16.0 miss -&gt; v2.16.1 hotfix)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input embedding scaling dropped (Gemma)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Acceptance-test deltas</a:t>
            </a:r>
          </a:p>
        </p:txBody>
      </p:sp>
      <p:pic>
        <p:nvPicPr>
          <p:cNvPr id="4" name="Picture 3" descr="chart_acceptance_test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float32 max logit delta vs HF per adapter; 1e-4 threshold; Gemma-3 miss fixed in 2.16.1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Every adapter ships a weight-conversion test (float32 logits to 1e-4 abs)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Published weights + architecture only; adapters land upstream; no private forks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 shared helper (RoPE, a signature) is cross-cutting -&gt; needs a peer +1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