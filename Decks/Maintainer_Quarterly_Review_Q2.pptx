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Maintainer quarterly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Q2 2026 (Apr-Jun)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v2.14.0 (LLaMA-4), v2.15.0, v2.16.0 (Gemma-3 + security fix), v2.16.1 hotfix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- 72 PRs merged in Q2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One coordinated security advisory disclosed (GHSA-qm7x-2v9r-4c8p)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Triage backlog burndown</a:t>
            </a:r>
          </a:p>
        </p:txBody>
      </p:sp>
      <p:pic>
        <p:nvPicPr>
          <p:cNvPr id="4" name="Picture 3" descr="chart_triage_sla_burn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Untriaged-issue backlog end-of-month; May spike = ICML surge (Saturday triage-jam)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went well / badly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Well: LLaMA-4 landed on cadence; SLA held except the May ICML week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Badly: Gemma-3 norm-eps miss shipped in v2.16.0; caught in 48h, hotfixed, recorded honestly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Process: dropped consulting hours in May to protect the PR SLA (worked)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