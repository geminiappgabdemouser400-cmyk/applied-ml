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56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TransformerLens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D0DC"/>
                </a:solidFill>
              </a:rPr>
              <a:t>H2 2026 maintainer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06874"/>
                </a:solidFill>
              </a:rPr>
              <a:t>Bram Chen-Nakagawa - TransformerLens (TransformerLensOrg) - Berlin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Adapter breadth: track new public model families as they ship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Hook-surface maintenance: finish the ActivationCache device-arg deprecation path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Release reliability: keep the last-Thursday cadence and the 48h monitoring window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Docs: keep supported-models current with each adapter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Next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v2.17.0 on 2026-07-30 (next monthly cut)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Monthly minors through H2; hotfixes only for post-release regressions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No dependency bump in a patch line; permissive-only dependencies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Release cadence so far</a:t>
            </a:r>
          </a:p>
        </p:txBody>
      </p:sp>
      <p:pic>
        <p:nvPicPr>
          <p:cNvPr id="4" name="Picture 3" descr="chart_release_ca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280160"/>
            <a:ext cx="8778240" cy="5266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06874"/>
                </a:solidFill>
              </a:rPr>
              <a:t>Merged PRs per monthly release, v2.11.0-v2.16.0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A major model-family drop can create a multi-week backlog (LLaMA-4 in April)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September (NeurIPS + MATS onboarding) raises triage volume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Watch the PR-queue &gt; 15 trigger (drop consulting hours to protect the SLA)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