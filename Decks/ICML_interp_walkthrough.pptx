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256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TransformerLens: a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8D0DC"/>
                </a:solidFill>
              </a:rPr>
              <a:t>ICML-adjacent interpretability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06874"/>
                </a:solidFill>
              </a:rPr>
              <a:t>Bram Chen-Nakagawa - TransformerLens (TransformerLensOrg) - Berlin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What TransformerLens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The standard OSS library for mechanistic interpretability of GPT-style models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HookedTransformer: load a pretrained model with hooks at every residual-stream, attention-head, and MLP position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ActivationCache: capture and edit activations (run_with_cache)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Analysis-first, not a training framework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MIT licensed; pip install transformer-lens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The hook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Stable hook names are the public contract downstream tools depend on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0262E"/>
                </a:solidFill>
              </a:rPr>
              <a:t>* hook_resid_pre / mid / post, attn.hook_q/k/v/z, mlp.hook_pre/post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SAEs and activation patching splice onto these hook points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New model families reuse the same names via the adapter subsystem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Adding a model (the adapter workflow)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Read the public HF modeling file; note attention flavor, norm, RoPE, tied weights, quirks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Draft the weight-conversion table in loading_from_pretrained.py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Acceptance test: float32 logits match HF to 1e-4 absolute on the smallest public checkpoint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Open the PR (code + docs + test); merge on green CI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Coverage today</a:t>
            </a:r>
          </a:p>
        </p:txBody>
      </p:sp>
      <p:pic>
        <p:nvPicPr>
          <p:cNvPr id="4" name="Picture 3" descr="chart_adapter_coverage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280160"/>
            <a:ext cx="8778240" cy="5266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06874"/>
                </a:solidFill>
              </a:rPr>
              <a:t>Supported model families (cumulative) by TransformerLens version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Get involved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Issues + PRs on github.com/TransformerLensOrg/TransformerLens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Community Discord (~2.4k members) for user support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Good first PRs: new public model adapters (bring the acceptance test)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