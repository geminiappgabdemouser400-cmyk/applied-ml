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LTFF milestone readout - Q2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TransformerLens maintenance + model-adapter breadth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Metrics (real, unrounded)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PRs merged: 72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PyPI downloads (end of period): 263,100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Google Scholar cited-by: 571 -&gt; 611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Releases shipped on cadence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Trend</a:t>
            </a:r>
          </a:p>
        </p:txBody>
      </p:sp>
      <p:pic>
        <p:nvPicPr>
          <p:cNvPr id="4" name="Picture 3" descr="chart_pypi_download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Source: pepy.tech / Google Scholar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Scope + stewardship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Adapters landed and releases shipped on cadence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Grant and consulting kept as separate ledgers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No client attribution; no inflated claims (Priya review)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Honest note: Gemma-3 miss in v2.16.0, hotfixed v2.16.1 (reported, not hidden)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