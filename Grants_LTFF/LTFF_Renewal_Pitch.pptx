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-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2563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LTFF renewal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828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C8D0DC"/>
                </a:solidFill>
              </a:rPr>
              <a:t>$92k / 12 months for TransformerLens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606874"/>
                </a:solidFill>
              </a:rPr>
              <a:t>Bram Chen-Nakagawa - TransformerLens (TransformerLensOrg) - Berlin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$92,000 over 12 months, 4 tranches of $23,000 on quarterly milestone acceptance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Wired via Wise to the German account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Budget</a:t>
            </a:r>
          </a:p>
        </p:txBody>
      </p:sp>
      <p:pic>
        <p:nvPicPr>
          <p:cNvPr id="4" name="Picture 3" descr="chart_grant_budget_b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6727" y="1280160"/>
            <a:ext cx="8778240" cy="5266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
                  <a:srgbClr val="606874"/>
                </a:solidFill>
              </a:rPr>
              <a:t>Allocated vs spent-to-date by category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C2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Why fund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TransformerLens is the standard mech-interp tooling layer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Adapter breadth must track a fast-moving field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Reliable releases + triage are what downstream researchers depend on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20262E"/>
                </a:solidFill>
              </a:rPr>
              <a:t>- Honest stewardship: separate ledgers, real metrics, honest slips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