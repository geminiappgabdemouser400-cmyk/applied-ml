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256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Release summary - v2.16.0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8D0DC"/>
                </a:solidFill>
              </a:rPr>
              <a:t>Cut 2026-06-25 (last Thursday)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06874"/>
                </a:solidFill>
              </a:rPr>
              <a:t>Bram Chen-Nakagawa - TransformerLens (TransformerLensOrg) - Berlin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What 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Gemma-3 family adapter (#1112)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ActivationCache signature change: explicit device arg (cross-cutting, +1 rehan-ob)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Security: bound-check checkpoint config fields before allocation (GHSA-qm7x-2v9r-4c8p)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Green Wednesday demo-notebook sweep (06-24) gated the cut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Yusuke confirmed green CI in the maintainer thread before the tag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Security advisory disclosed ONLY at the tag (embargo held until then)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- 48h post-release monitoring: caught the Gemma-3 miss -&gt; v2.16.1 hotfix (06-27)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Downloads context</a:t>
            </a:r>
          </a:p>
        </p:txBody>
      </p:sp>
      <p:pic>
        <p:nvPicPr>
          <p:cNvPr id="4" name="Picture 3" descr="chart_pypi_download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280160"/>
            <a:ext cx="8778240" cy="5266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06874"/>
                </a:solidFill>
              </a:rPr>
              <a:t>Monthly PyPI downloads through June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