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H1 2026 release 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v2.11.0 through v2.16.1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 merge volume</a:t>
            </a:r>
          </a:p>
        </p:txBody>
      </p:sp>
      <p:pic>
        <p:nvPicPr>
          <p:cNvPr id="4" name="Picture 3" descr="chart_pr_merge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Merged PRs per month, Jan-Jun 2026 (H1 total 126)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- 6 monthly releases on cadence + 1 hotfix (v2.16.1)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Adapters: Qwen-2.5-VL, Qwen-3, Mistral-Small-3, LLaMA-4, Gemma-3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License gate held (GPL dep declined, #1101); permissive-only CI check added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One security advisory coordinated and disclosed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Read config fields, never infer (head_dim); map new tensors (QK-norm); eps inside rsqrt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Longer acceptance-test prompts would have caught the Gemma-3 miss pre-release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The consulting-drop trigger protected the PR SLA during the ICML surge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